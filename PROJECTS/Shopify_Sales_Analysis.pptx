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5E8C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Running Shoes</c:v>
                  </c:pt>
                  <c:pt idx="1">
                    <c:v>Tennis Shoes</c:v>
                  </c:pt>
                  <c:pt idx="2">
                    <c:v>Walking Shoes</c:v>
                  </c:pt>
                  <c:pt idx="3">
                    <c:v>Cycling Shoes</c:v>
                  </c:pt>
                  <c:pt idx="4">
                    <c:v>Climbing Shoes</c:v>
                  </c:pt>
                  <c:pt idx="5">
                    <c:v>Sandals</c:v>
                  </c:pt>
                  <c:pt idx="6">
                    <c:v>Gift Card</c:v>
                  </c:pt>
                  <c:pt idx="7">
                    <c:v>Flip-Flops</c:v>
                  </c:pt>
                  <c:pt idx="8">
                    <c:v>Boots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1.62</c:v>
                </c:pt>
                <c:pt idx="1">
                  <c:v>0.97</c:v>
                </c:pt>
                <c:pt idx="2">
                  <c:v>0.69</c:v>
                </c:pt>
                <c:pt idx="3">
                  <c:v>0.53</c:v>
                </c:pt>
                <c:pt idx="4">
                  <c:v>0.37</c:v>
                </c:pt>
                <c:pt idx="5">
                  <c:v>0.1</c:v>
                </c:pt>
                <c:pt idx="6">
                  <c:v>0.07</c:v>
                </c:pt>
                <c:pt idx="7">
                  <c:v>0.05</c:v>
                </c:pt>
                <c:pt idx="8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8C31"/>
              </a:solidFill>
              <a:effectLst/>
            </c:spPr>
          </c:dPt>
          <c:dPt>
            <c:idx val="1"/>
            <c:bubble3D val="0"/>
            <c:spPr>
              <a:solidFill>
                <a:srgbClr val="C77B3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New Customers (59.56%)</c:v>
                </c:pt>
                <c:pt idx="1">
                  <c:v>Returning Customers (40.44%)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59.56</c:v>
                </c:pt>
                <c:pt idx="1">
                  <c:v>40.44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A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5E8C3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5E8C31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 SALES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Business Intelligence Project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1280160" cy="36576"/>
          </a:xfrm>
          <a:prstGeom prst="rect">
            <a:avLst/>
          </a:prstGeom>
          <a:solidFill>
            <a:srgbClr val="C77B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Santanu Pathak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|  Power Query  ·  Data Modeling  ·  DAX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AF2E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819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74520" y="1618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20756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stakeholders &amp; KPIs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5819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52360" y="1618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Modeling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2360" y="20756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star schema &amp; date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AF2E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821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7452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36758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AOV &amp; product mix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1821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523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36758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vs. returning, RFM segmentation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AF2E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823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874520" y="4818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CLV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74520" y="52760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rate, cohorts, lifetime 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7823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452360" y="4818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2360" y="52760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 the business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12188952" cy="182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C31"/>
                </a:solidFill>
              </a:rPr>
              <a:t>Goal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that helps stakeholders understand revenue drivers, customer behaviour, and retention — to guide data-driven decisions.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C31"/>
                </a:solidFill>
              </a:rPr>
              <a:t>Stakeholders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owner / founder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inventory managers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2E4A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KPIs Tracked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 Collected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 — New vs. Returning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Core KPIs from the Sales Analysis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$4.60M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7,431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3484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4,431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06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$618.89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34840" y="4206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46.02%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43484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4206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$418.09K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 Collected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Running, Tennis &amp; Walking Shoes drive ~71% of total revenue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916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AF2E3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783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7532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of revenue from top 3 categories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3816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CEFE4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3383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7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7532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share each from Clogs, Boy's &amp; Water Shoes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vs. Returning Customer Revenue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Returning customers punch above their weight in revenue contribution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4937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8288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EAF2E3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$2.74M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355080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</a:rPr>
              <a:t>New Customer Revenue (59.56%)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CEFE4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$1.86M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355080" y="4389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</a:rPr>
              <a:t>Returning Customer Revenue (40.44%)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26480" y="53492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Insight: a smaller pool of repeat buyers generates a disproportionately large share of revenue — a strong signal to invest in retention.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&amp; Customer Lifetime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12188952" cy="182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2E4A1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46.02%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8CE"/>
                </a:solidFill>
              </a:rPr>
              <a:t>Repeat Purchase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4A1B"/>
                </a:solidFill>
              </a:rPr>
              <a:t>Repeat Purchase Rate =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DIVIDE(RepeatCustomers, TotalCustomers)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C31"/>
                </a:solidFill>
              </a:rPr>
              <a:t>Cohort Analysis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97680" y="1965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Customers are grouped by the month of their first purchase, then tracked month-by-month to see how many return. Retention typically drops sharpest between month 0 and month 1 — the highest-leverage window for re-engagement.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C31"/>
                </a:solidFill>
              </a:rPr>
              <a:t>Customer Lifetime Value (Revenue-Based)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CLV = Average Order Value × Purchase Frequency × Customer Lifespan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4297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Since the dataset has no cost/margin field, CLV is calculated on a revenue basis. The "Champions" RFM segment (frequent, high-spend, recent buyers) shows the highest CLV and should be prioritised for loyalty investment.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(RFM)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Recency · Frequency · Monetary scoring groups customers into actionable tiers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5E8C3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Recent, frequent, high spend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7180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7FA652"/>
          </a:solidFill>
          <a:ln/>
        </p:spPr>
      </p:sp>
      <p:sp>
        <p:nvSpPr>
          <p:cNvPr id="8" name="Text 6"/>
          <p:cNvSpPr/>
          <p:nvPr/>
        </p:nvSpPr>
        <p:spPr>
          <a:xfrm>
            <a:off x="308152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8152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&amp; solid spend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9BC97A"/>
          </a:solidFill>
          <a:ln/>
        </p:spPr>
      </p:sp>
      <p:sp>
        <p:nvSpPr>
          <p:cNvPr id="11" name="Text 9"/>
          <p:cNvSpPr/>
          <p:nvPr/>
        </p:nvSpPr>
        <p:spPr>
          <a:xfrm>
            <a:off x="541324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Recent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1324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order, recent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C77B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4496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4496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active, now quiet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6696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B7B7B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7668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7668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3333"/>
                </a:solidFill>
              </a:rPr>
              <a:t>Action: reward Champions with loyalty perks; win back At-Risk customers before they churn completely; convert New/Recent buyers into repeat customers within the first 30 days.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35331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Tennis &amp; Walking Shoes drive ~71% of total revenue — the store's core strength.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2199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 are 40.44% of revenue despite being a smaller share of the customer base.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9067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46.02% repeat purchase rate is a healthy baseline, but over half of customers never return.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9593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Payments dominates the payment mix, with PayPal a distant second.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82803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categories (Water Shoes, Boy's, Clogs) contribute under 1% each — a merchandising review candidate.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4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A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categories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&amp; inventory on Running, Tennis &amp; Walking Shoes.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 win-back 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first-time buyers within 30 days to lift repeat purchase 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2104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tier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Champions/high-CLV segment to protect their value.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At-Risk customers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offers before they churn completely.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661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long-tail catalogue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7091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Bundle, discount, or phase out Clogs, Boy's &amp; Water Shoes.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2104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checkout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7091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Shopify Payments &amp; PayPal, the dominant gateways.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A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5E8C3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F2E3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Santanu Pathak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98A"/>
                </a:solidFill>
              </a:rPr>
              <a:t>Shopify Sales Analysis — Power BI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2026-07-28T04:55:33Z</dcterms:created>
  <dcterms:modified xsi:type="dcterms:W3CDTF">2026-07-28T04:55:33Z</dcterms:modified>
</cp:coreProperties>
</file>